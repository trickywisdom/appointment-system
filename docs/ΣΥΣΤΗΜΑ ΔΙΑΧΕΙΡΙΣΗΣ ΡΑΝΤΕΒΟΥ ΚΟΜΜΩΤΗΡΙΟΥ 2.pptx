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7" r:id="rId10"/>
    <p:sldId id="268" r:id="rId11"/>
    <p:sldId id="265" r:id="rId12"/>
    <p:sldId id="269" r:id="rId13"/>
    <p:sldId id="270" r:id="rId14"/>
    <p:sldId id="272" r:id="rId15"/>
    <p:sldId id="273" r:id="rId16"/>
    <p:sldId id="276" r:id="rId17"/>
    <p:sldId id="274" r:id="rId18"/>
    <p:sldId id="275" r:id="rId19"/>
    <p:sldId id="277" r:id="rId20"/>
    <p:sldId id="278" r:id="rId21"/>
    <p:sldId id="279" r:id="rId22"/>
    <p:sldId id="280" r:id="rId23"/>
    <p:sldId id="271" r:id="rId24"/>
    <p:sldId id="281" r:id="rId25"/>
    <p:sldId id="282" r:id="rId26"/>
    <p:sldId id="284" r:id="rId27"/>
    <p:sldId id="285" r:id="rId28"/>
    <p:sldId id="289" r:id="rId29"/>
    <p:sldId id="287" r:id="rId30"/>
    <p:sldId id="286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154701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753235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40916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69290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45264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13540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2071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565004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 dirty="0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952756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5479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8719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288802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 με φρά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5731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ή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354797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665985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254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9C21C-2F14-4646-8599-30C5CF12DC2B}" type="datetimeFigureOut">
              <a:rPr lang="el-GR" smtClean="0"/>
              <a:t>9/6/2025</a:t>
            </a:fld>
            <a:endParaRPr lang="el-G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BB113EE-3C9E-4752-8E1D-2EC5739960E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808055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9DC5FDF-D209-4727-F06E-12B2D07DF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ΣΥΣΤΗΜΑ ΔΙΑΧΕΙΡΙΣΗΣ ΡΑΝΤΕΒΟΥ ΚΟΜΜΩΤΗΡΙΟΥ</a:t>
            </a:r>
          </a:p>
        </p:txBody>
      </p:sp>
    </p:spTree>
    <p:extLst>
      <p:ext uri="{BB962C8B-B14F-4D97-AF65-F5344CB8AC3E}">
        <p14:creationId xmlns:p14="http://schemas.microsoft.com/office/powerpoint/2010/main" val="69862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DC3ECED-1E73-E043-36AF-FAFAB4F3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ΤΜΗΜΑ ΗΛΕ-50</a:t>
            </a:r>
            <a:br>
              <a:rPr lang="el-GR" dirty="0"/>
            </a:br>
            <a:r>
              <a:rPr lang="el-GR" dirty="0"/>
              <a:t>ΘΕΜΑΤΙΚΗ ΕΝΟΤΗΤΑ ΤΗΣ ΠΛΗΠΡΟ ΤΗΣ ΠΛΗΡΟΦΟΡΙΚΗΣ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70BB83C-1816-20C3-7FF8-3449C4E50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000" y="2351314"/>
            <a:ext cx="8915400" cy="3777622"/>
          </a:xfrm>
        </p:spPr>
        <p:txBody>
          <a:bodyPr>
            <a:normAutofit/>
          </a:bodyPr>
          <a:lstStyle/>
          <a:p>
            <a:r>
              <a:rPr lang="el-GR" sz="2800" dirty="0"/>
              <a:t>ΤΟ ΠΑΡΟΝ </a:t>
            </a:r>
            <a:r>
              <a:rPr lang="en-US" sz="2800" dirty="0"/>
              <a:t>PROJECT </a:t>
            </a:r>
            <a:r>
              <a:rPr lang="el-GR" sz="2800" dirty="0"/>
              <a:t>ΕΚΠΩΝΗΘΗΚΕ ΑΠΟ ΤΟΥΣ</a:t>
            </a:r>
            <a:r>
              <a:rPr lang="en-US" sz="2800" dirty="0"/>
              <a:t>:</a:t>
            </a:r>
            <a:br>
              <a:rPr lang="en-US" sz="2800" dirty="0"/>
            </a:br>
            <a:endParaRPr lang="el-GR" sz="2800" dirty="0"/>
          </a:p>
          <a:p>
            <a:pPr marL="0" indent="0">
              <a:buNone/>
            </a:pPr>
            <a:r>
              <a:rPr lang="el-GR" sz="2800" dirty="0"/>
              <a:t>ΤΡΙΜΗ ΣΠΥΡΙΔΩΝ</a:t>
            </a:r>
          </a:p>
          <a:p>
            <a:pPr marL="0" indent="0">
              <a:buNone/>
            </a:pPr>
            <a:r>
              <a:rPr lang="el-GR" sz="2800" dirty="0"/>
              <a:t>ΠΑΠΑΔΟΠΟΥΛΟ ΘΕΟΔΩΡΟ</a:t>
            </a:r>
          </a:p>
          <a:p>
            <a:pPr marL="0" indent="0">
              <a:buNone/>
            </a:pPr>
            <a:r>
              <a:rPr lang="el-GR" sz="2800" dirty="0"/>
              <a:t>ΠΑΠΑΚΩΝΣΤΑΝΤΙΝΟΥ ΣΟΦΟΚΛΗ</a:t>
            </a:r>
          </a:p>
        </p:txBody>
      </p:sp>
    </p:spTree>
    <p:extLst>
      <p:ext uri="{BB962C8B-B14F-4D97-AF65-F5344CB8AC3E}">
        <p14:creationId xmlns:p14="http://schemas.microsoft.com/office/powerpoint/2010/main" val="28405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B413A02-0F6F-5233-604B-85AFC1087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3964629" cy="664759"/>
          </a:xfrm>
        </p:spPr>
        <p:txBody>
          <a:bodyPr/>
          <a:lstStyle/>
          <a:p>
            <a:r>
              <a:rPr lang="el-GR" dirty="0"/>
              <a:t>ΕΙΣΑΓΩΓΗ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2423255-7CF2-CB45-A533-9B2C88C5B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ΕΡΓΟ</a:t>
            </a:r>
            <a:r>
              <a:rPr lang="en-US" dirty="0"/>
              <a:t>:</a:t>
            </a:r>
            <a:r>
              <a:rPr lang="el-GR" dirty="0"/>
              <a:t>  Υλοποίηση ενός συστήματος διαχείρισης ραντεβού για κομμωτήριο.</a:t>
            </a:r>
          </a:p>
          <a:p>
            <a:pPr marL="0" indent="0">
              <a:buNone/>
            </a:pPr>
            <a:endParaRPr lang="el-GR" dirty="0"/>
          </a:p>
          <a:p>
            <a:r>
              <a:rPr lang="el-GR" dirty="0"/>
              <a:t>ΣΤΟΧΟΣ </a:t>
            </a:r>
            <a:r>
              <a:rPr lang="en-US" dirty="0"/>
              <a:t>:</a:t>
            </a:r>
            <a:r>
              <a:rPr lang="el-GR" dirty="0"/>
              <a:t> Διαδικασία καταγραφής , επεξεργασίας και διαγραφής ραντεβού και πελατολογίου φιλική προς τον χρήστη.</a:t>
            </a:r>
          </a:p>
          <a:p>
            <a:endParaRPr lang="el-GR" dirty="0"/>
          </a:p>
          <a:p>
            <a:r>
              <a:rPr lang="el-GR" dirty="0"/>
              <a:t>ΧΡΗΣΙΜΑ ΧΑΡΑΚΤΗΡΙΣΤΙΚΑ</a:t>
            </a:r>
            <a:r>
              <a:rPr lang="en-US" dirty="0"/>
              <a:t> : </a:t>
            </a:r>
            <a:r>
              <a:rPr lang="el-GR" dirty="0"/>
              <a:t> Αποστολή υπενθυμίσεων μέσω </a:t>
            </a:r>
            <a:r>
              <a:rPr lang="en-US" dirty="0"/>
              <a:t>email</a:t>
            </a:r>
            <a:r>
              <a:rPr lang="el-GR" dirty="0"/>
              <a:t> και εξαγωγή  δεδομένων σε </a:t>
            </a:r>
            <a:r>
              <a:rPr lang="en-US" dirty="0"/>
              <a:t>Excel. </a:t>
            </a:r>
            <a:endParaRPr lang="el-GR" dirty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153591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0B538-A012-621D-A230-EF53B0FC4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266AED3-75A0-B6C5-D82C-E83940D0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Τεχνολογίες που χρησιμοποιήθηκαν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20D00AA-587A-8799-C852-5EF91BCE6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  <a:p>
            <a:endParaRPr lang="en-US" dirty="0"/>
          </a:p>
          <a:p>
            <a:r>
              <a:rPr lang="en-US" dirty="0" err="1"/>
              <a:t>Tkinter</a:t>
            </a:r>
            <a:r>
              <a:rPr lang="en-US" dirty="0"/>
              <a:t>(</a:t>
            </a:r>
            <a:r>
              <a:rPr lang="el-GR" dirty="0"/>
              <a:t> για το </a:t>
            </a:r>
            <a:r>
              <a:rPr lang="en-US" dirty="0"/>
              <a:t>GUI)</a:t>
            </a:r>
          </a:p>
          <a:p>
            <a:endParaRPr lang="en-US" dirty="0"/>
          </a:p>
          <a:p>
            <a:r>
              <a:rPr lang="en-US" dirty="0" err="1"/>
              <a:t>SQlite</a:t>
            </a:r>
            <a:r>
              <a:rPr lang="en-US" dirty="0"/>
              <a:t>( </a:t>
            </a:r>
            <a:r>
              <a:rPr lang="el-GR" dirty="0"/>
              <a:t>για τη βάση δεδομένων)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XlxsWriter</a:t>
            </a:r>
            <a:r>
              <a:rPr lang="en-US" dirty="0"/>
              <a:t>(</a:t>
            </a:r>
            <a:r>
              <a:rPr lang="el-GR" dirty="0"/>
              <a:t>για την εξαγωγή σε </a:t>
            </a:r>
            <a:r>
              <a:rPr lang="en-US" dirty="0"/>
              <a:t>Excel)</a:t>
            </a:r>
          </a:p>
          <a:p>
            <a:endParaRPr lang="en-US" dirty="0"/>
          </a:p>
          <a:p>
            <a:r>
              <a:rPr lang="en-US" dirty="0" err="1"/>
              <a:t>smtplib</a:t>
            </a:r>
            <a:r>
              <a:rPr lang="en-US" dirty="0"/>
              <a:t>(</a:t>
            </a:r>
            <a:r>
              <a:rPr lang="el-GR" dirty="0"/>
              <a:t>για την αποστολή </a:t>
            </a:r>
            <a:r>
              <a:rPr lang="en-US" dirty="0"/>
              <a:t>email)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817763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BDC70F3-E207-CFA3-BC27-5981EABE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16" y="624110"/>
            <a:ext cx="8911687" cy="1280890"/>
          </a:xfrm>
        </p:spPr>
        <p:txBody>
          <a:bodyPr/>
          <a:lstStyle/>
          <a:p>
            <a:pPr algn="ctr"/>
            <a:r>
              <a:rPr lang="el-GR" dirty="0"/>
              <a:t>Αρχική Οθόνη</a:t>
            </a:r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0A6704C6-1475-6273-B346-9A1B1BFFE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245" y="1529556"/>
            <a:ext cx="7300831" cy="512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09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23A4664-379E-9857-65E1-84274C7BA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168" y="589275"/>
            <a:ext cx="5009659" cy="734427"/>
          </a:xfrm>
        </p:spPr>
        <p:txBody>
          <a:bodyPr/>
          <a:lstStyle/>
          <a:p>
            <a:r>
              <a:rPr lang="el-GR" dirty="0"/>
              <a:t>Διαχείριση πελατών</a:t>
            </a:r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1DB614D4-FFAA-05A9-F326-765404566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667" y="1515292"/>
            <a:ext cx="7480663" cy="5121394"/>
          </a:xfrm>
          <a:prstGeom prst="rect">
            <a:avLst/>
          </a:prstGeom>
        </p:spPr>
      </p:pic>
      <p:sp>
        <p:nvSpPr>
          <p:cNvPr id="7" name="Οβάλ 6">
            <a:extLst>
              <a:ext uri="{FF2B5EF4-FFF2-40B4-BE49-F238E27FC236}">
                <a16:creationId xmlns:a16="http://schemas.microsoft.com/office/drawing/2014/main" id="{D6CEC6F9-2E48-166C-26BF-BA30E1EFBA58}"/>
              </a:ext>
            </a:extLst>
          </p:cNvPr>
          <p:cNvSpPr/>
          <p:nvPr/>
        </p:nvSpPr>
        <p:spPr>
          <a:xfrm>
            <a:off x="2284882" y="5677988"/>
            <a:ext cx="1306286" cy="44413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2131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616B18B-B11A-15B7-8ADA-E7F590B60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4199" y="521768"/>
            <a:ext cx="4443602" cy="664759"/>
          </a:xfrm>
        </p:spPr>
        <p:txBody>
          <a:bodyPr>
            <a:normAutofit fontScale="90000"/>
          </a:bodyPr>
          <a:lstStyle/>
          <a:p>
            <a:r>
              <a:rPr lang="el-GR" dirty="0"/>
              <a:t>Διαχείριση πελατών</a:t>
            </a:r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973996AC-30A6-11CF-E980-9C9EB2F3E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937" y="1284335"/>
            <a:ext cx="7862126" cy="537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55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0D12BE-0295-3BD8-421D-AB1C537F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/>
          <a:lstStyle/>
          <a:p>
            <a:r>
              <a:rPr lang="el-GR" dirty="0"/>
              <a:t>Διαχείριση πελατών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7E4E5FD2-1C53-752C-5748-6AE1B60DA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841" y="1428206"/>
            <a:ext cx="7508318" cy="5283322"/>
          </a:xfrm>
          <a:prstGeom prst="rect">
            <a:avLst/>
          </a:prstGeom>
        </p:spPr>
      </p:pic>
      <p:sp>
        <p:nvSpPr>
          <p:cNvPr id="5" name="Βέλος: Δεξιό 4">
            <a:extLst>
              <a:ext uri="{FF2B5EF4-FFF2-40B4-BE49-F238E27FC236}">
                <a16:creationId xmlns:a16="http://schemas.microsoft.com/office/drawing/2014/main" id="{05D120DE-F8D2-B591-8EEA-606BC74756F4}"/>
              </a:ext>
            </a:extLst>
          </p:cNvPr>
          <p:cNvSpPr/>
          <p:nvPr/>
        </p:nvSpPr>
        <p:spPr>
          <a:xfrm>
            <a:off x="7759337" y="3614057"/>
            <a:ext cx="619424" cy="1654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706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E43E6-7003-5B6E-A97C-C11B393EF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45F221B-A9D8-630D-D870-D2E1048A1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76064"/>
            <a:ext cx="8911687" cy="1280890"/>
          </a:xfrm>
        </p:spPr>
        <p:txBody>
          <a:bodyPr/>
          <a:lstStyle/>
          <a:p>
            <a:pPr algn="ctr"/>
            <a:r>
              <a:rPr lang="el-GR" dirty="0"/>
              <a:t>Διαχείριση Πελατών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0BA075A3-93B3-3774-8683-78DCC0AD1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63" y="1308852"/>
            <a:ext cx="7243817" cy="50730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FD2128-BEFD-3196-98DF-5589AD3987F8}"/>
              </a:ext>
            </a:extLst>
          </p:cNvPr>
          <p:cNvSpPr txBox="1"/>
          <p:nvPr/>
        </p:nvSpPr>
        <p:spPr>
          <a:xfrm>
            <a:off x="8146474" y="1387622"/>
            <a:ext cx="35849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l-GR" dirty="0"/>
              <a:t>Διαθέσιμες Πληροφορίες</a:t>
            </a:r>
            <a:r>
              <a:rPr lang="en-US" dirty="0"/>
              <a:t> :</a:t>
            </a:r>
          </a:p>
          <a:p>
            <a:endParaRPr lang="en-US" dirty="0"/>
          </a:p>
          <a:p>
            <a:r>
              <a:rPr lang="en-US" dirty="0"/>
              <a:t>1)</a:t>
            </a:r>
            <a:r>
              <a:rPr lang="el-GR" dirty="0"/>
              <a:t>Ονοματεπώνυμο Πελάτη</a:t>
            </a:r>
          </a:p>
          <a:p>
            <a:endParaRPr lang="el-GR" dirty="0"/>
          </a:p>
          <a:p>
            <a:r>
              <a:rPr lang="el-GR" dirty="0"/>
              <a:t>2)Τηλέφωνο επικοινωνίας</a:t>
            </a:r>
          </a:p>
          <a:p>
            <a:endParaRPr lang="el-GR" dirty="0"/>
          </a:p>
          <a:p>
            <a:r>
              <a:rPr lang="el-GR" dirty="0"/>
              <a:t>3)</a:t>
            </a:r>
            <a:r>
              <a:rPr lang="en-US" dirty="0"/>
              <a:t>Email </a:t>
            </a:r>
            <a:r>
              <a:rPr lang="el-GR" dirty="0"/>
              <a:t>επικοινωνίας</a:t>
            </a:r>
          </a:p>
          <a:p>
            <a:endParaRPr lang="el-GR" dirty="0"/>
          </a:p>
          <a:p>
            <a:r>
              <a:rPr lang="el-GR" dirty="0"/>
              <a:t>4)Όλο το ιστορικό των ραντεβού του μαζί με το είδος υπηρεσίας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912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A21B-1BFA-AF15-1B84-E25179219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21DC20D-3FD2-D427-2C1B-A807F75F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/>
          <a:lstStyle/>
          <a:p>
            <a:r>
              <a:rPr lang="el-GR" dirty="0"/>
              <a:t>Διαχείριση πελατών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1A6DAA30-05E7-BA45-6A6D-C5C685E12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841" y="1428206"/>
            <a:ext cx="7508318" cy="5283322"/>
          </a:xfrm>
          <a:prstGeom prst="rect">
            <a:avLst/>
          </a:prstGeom>
        </p:spPr>
      </p:pic>
      <p:sp>
        <p:nvSpPr>
          <p:cNvPr id="5" name="Βέλος: Δεξιό 4">
            <a:extLst>
              <a:ext uri="{FF2B5EF4-FFF2-40B4-BE49-F238E27FC236}">
                <a16:creationId xmlns:a16="http://schemas.microsoft.com/office/drawing/2014/main" id="{12D557B1-830C-F1B1-B098-3CCB313A0D7F}"/>
              </a:ext>
            </a:extLst>
          </p:cNvPr>
          <p:cNvSpPr/>
          <p:nvPr/>
        </p:nvSpPr>
        <p:spPr>
          <a:xfrm>
            <a:off x="8069049" y="3596639"/>
            <a:ext cx="619424" cy="1654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83538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C9E8-532A-10BD-35C0-438D0995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0CDE6F9-9888-C8E0-C8BB-989C452E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89276"/>
            <a:ext cx="8911687" cy="1280890"/>
          </a:xfrm>
        </p:spPr>
        <p:txBody>
          <a:bodyPr/>
          <a:lstStyle/>
          <a:p>
            <a:pPr algn="ctr"/>
            <a:r>
              <a:rPr lang="el-GR" dirty="0"/>
              <a:t>Διαχείριση πελατών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1A525560-017E-BF81-627A-1EDEFCB79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08" y="1980278"/>
            <a:ext cx="5795479" cy="40787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201067-4F19-783D-C780-C5C267A326E4}"/>
              </a:ext>
            </a:extLst>
          </p:cNvPr>
          <p:cNvSpPr txBox="1"/>
          <p:nvPr/>
        </p:nvSpPr>
        <p:spPr>
          <a:xfrm>
            <a:off x="7666181" y="3096337"/>
            <a:ext cx="345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Δυνατότητα επεξεργασίας όλων των στοιχείων στο φάκελο του πελάτη</a:t>
            </a:r>
          </a:p>
        </p:txBody>
      </p:sp>
    </p:spTree>
    <p:extLst>
      <p:ext uri="{BB962C8B-B14F-4D97-AF65-F5344CB8AC3E}">
        <p14:creationId xmlns:p14="http://schemas.microsoft.com/office/powerpoint/2010/main" val="3890932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F4A88-9DE5-20D1-31F2-DBB3420E8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09A974A-778B-D5CC-0186-E9F3DF068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/>
          <a:lstStyle/>
          <a:p>
            <a:r>
              <a:rPr lang="el-GR" dirty="0"/>
              <a:t>Διαχείριση πελατών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97387B7E-8A24-F888-7E20-7B0DBEF0D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841" y="1428206"/>
            <a:ext cx="7508318" cy="5283322"/>
          </a:xfrm>
          <a:prstGeom prst="rect">
            <a:avLst/>
          </a:prstGeom>
        </p:spPr>
      </p:pic>
      <p:sp>
        <p:nvSpPr>
          <p:cNvPr id="5" name="Βέλος: Δεξιό 4">
            <a:extLst>
              <a:ext uri="{FF2B5EF4-FFF2-40B4-BE49-F238E27FC236}">
                <a16:creationId xmlns:a16="http://schemas.microsoft.com/office/drawing/2014/main" id="{BAAE82E8-40BC-52DE-1DBC-C5FC44B44681}"/>
              </a:ext>
            </a:extLst>
          </p:cNvPr>
          <p:cNvSpPr/>
          <p:nvPr/>
        </p:nvSpPr>
        <p:spPr>
          <a:xfrm>
            <a:off x="8378761" y="3587931"/>
            <a:ext cx="619424" cy="1741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299912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DDFE38A-3147-2C94-E204-F9A25984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89276"/>
            <a:ext cx="8911687" cy="1280890"/>
          </a:xfrm>
        </p:spPr>
        <p:txBody>
          <a:bodyPr/>
          <a:lstStyle/>
          <a:p>
            <a:pPr algn="ctr"/>
            <a:r>
              <a:rPr lang="el-GR" dirty="0"/>
              <a:t>Διαχείριση πελατών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274E764F-A868-0CE2-BB7D-FA82EBAB8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6" y="1738229"/>
            <a:ext cx="6568108" cy="46071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6A6CA7-7382-1DC4-8E6B-93F9F8DBD6F8}"/>
              </a:ext>
            </a:extLst>
          </p:cNvPr>
          <p:cNvSpPr txBox="1"/>
          <p:nvPr/>
        </p:nvSpPr>
        <p:spPr>
          <a:xfrm>
            <a:off x="8100291" y="3118475"/>
            <a:ext cx="3639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Ολική διαγραφή τόσο του πελάτη όσο και των καταχωρημένων ραντεβού του</a:t>
            </a:r>
          </a:p>
        </p:txBody>
      </p:sp>
    </p:spTree>
    <p:extLst>
      <p:ext uri="{BB962C8B-B14F-4D97-AF65-F5344CB8AC3E}">
        <p14:creationId xmlns:p14="http://schemas.microsoft.com/office/powerpoint/2010/main" val="632461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BF86D-D9A8-04A7-5B69-3C1345DEE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BCC1C7D-7DF9-A7C5-BCAA-A83676FE6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/>
          <a:lstStyle/>
          <a:p>
            <a:r>
              <a:rPr lang="el-GR" dirty="0"/>
              <a:t>Διαχείριση πελατών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B7BCE1EE-C8B1-7556-D8DA-6015B56D3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841" y="1428206"/>
            <a:ext cx="7508318" cy="5283322"/>
          </a:xfrm>
          <a:prstGeom prst="rect">
            <a:avLst/>
          </a:prstGeom>
        </p:spPr>
      </p:pic>
      <p:sp>
        <p:nvSpPr>
          <p:cNvPr id="5" name="Βέλος: Δεξιό 4">
            <a:extLst>
              <a:ext uri="{FF2B5EF4-FFF2-40B4-BE49-F238E27FC236}">
                <a16:creationId xmlns:a16="http://schemas.microsoft.com/office/drawing/2014/main" id="{7CE7E5C3-1EF7-B243-65E3-212855DCA92D}"/>
              </a:ext>
            </a:extLst>
          </p:cNvPr>
          <p:cNvSpPr/>
          <p:nvPr/>
        </p:nvSpPr>
        <p:spPr>
          <a:xfrm rot="10800000">
            <a:off x="3813239" y="2908662"/>
            <a:ext cx="619424" cy="1654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8222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39CB7-D58B-EA2D-94B7-B8888DB21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C4C7A7C-D05A-F7CE-B0B9-4ACCE9D46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/>
          <a:lstStyle/>
          <a:p>
            <a:r>
              <a:rPr lang="el-GR" dirty="0"/>
              <a:t>Διαχείριση πελατών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C0A9E050-A93B-0031-3510-6F52E8AA3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64" y="1876830"/>
            <a:ext cx="5295412" cy="36926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7AA86F-7739-5B2E-58A2-45D0E306E136}"/>
              </a:ext>
            </a:extLst>
          </p:cNvPr>
          <p:cNvSpPr txBox="1"/>
          <p:nvPr/>
        </p:nvSpPr>
        <p:spPr>
          <a:xfrm>
            <a:off x="7426037" y="2782669"/>
            <a:ext cx="36021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Interface </a:t>
            </a:r>
            <a:r>
              <a:rPr lang="el-GR" dirty="0"/>
              <a:t>εκχώρησης δεδομένων νέου πελάτη	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l-G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Το</a:t>
            </a:r>
            <a:r>
              <a:rPr lang="en-US" dirty="0"/>
              <a:t> email </a:t>
            </a:r>
            <a:r>
              <a:rPr lang="el-GR" dirty="0"/>
              <a:t>και το τηλέφωνο είναι μοναδικά για κάθε πελάτη!</a:t>
            </a:r>
          </a:p>
        </p:txBody>
      </p:sp>
    </p:spTree>
    <p:extLst>
      <p:ext uri="{BB962C8B-B14F-4D97-AF65-F5344CB8AC3E}">
        <p14:creationId xmlns:p14="http://schemas.microsoft.com/office/powerpoint/2010/main" val="485933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F89FF-F149-F030-8B62-BE1ACD40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DADAB98-D019-8772-9520-E3781A388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16" y="624110"/>
            <a:ext cx="8911687" cy="1280890"/>
          </a:xfrm>
        </p:spPr>
        <p:txBody>
          <a:bodyPr/>
          <a:lstStyle/>
          <a:p>
            <a:pPr algn="ctr"/>
            <a:r>
              <a:rPr lang="el-GR" dirty="0"/>
              <a:t>Αρχική Οθόνη</a:t>
            </a:r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A2E0A1C1-AF2B-CBF9-B1FC-9BEA73578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19" y="1605219"/>
            <a:ext cx="6903463" cy="4844670"/>
          </a:xfrm>
          <a:prstGeom prst="rect">
            <a:avLst/>
          </a:prstGeom>
        </p:spPr>
      </p:pic>
      <p:sp>
        <p:nvSpPr>
          <p:cNvPr id="3" name="Βέλος: Αριστερό 2">
            <a:extLst>
              <a:ext uri="{FF2B5EF4-FFF2-40B4-BE49-F238E27FC236}">
                <a16:creationId xmlns:a16="http://schemas.microsoft.com/office/drawing/2014/main" id="{479D72CB-EA07-D918-AF1E-02A393E77266}"/>
              </a:ext>
            </a:extLst>
          </p:cNvPr>
          <p:cNvSpPr/>
          <p:nvPr/>
        </p:nvSpPr>
        <p:spPr>
          <a:xfrm>
            <a:off x="2450011" y="4114932"/>
            <a:ext cx="679269" cy="26996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B10E8D-5381-AD19-9A22-F08A4A50655C}"/>
              </a:ext>
            </a:extLst>
          </p:cNvPr>
          <p:cNvSpPr txBox="1"/>
          <p:nvPr/>
        </p:nvSpPr>
        <p:spPr>
          <a:xfrm>
            <a:off x="8303490" y="2827225"/>
            <a:ext cx="3232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Δυνατότητα γρήγορης αναζήτησης για την ύπαρξη ή μη πελάτη με βάση τον αριθμό κινητού</a:t>
            </a:r>
          </a:p>
        </p:txBody>
      </p:sp>
    </p:spTree>
    <p:extLst>
      <p:ext uri="{BB962C8B-B14F-4D97-AF65-F5344CB8AC3E}">
        <p14:creationId xmlns:p14="http://schemas.microsoft.com/office/powerpoint/2010/main" val="722894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C5B5-6216-1DBB-E908-1476CF91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EB91FE8-D306-FAD8-6E28-66BF3D3E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/>
          <a:lstStyle/>
          <a:p>
            <a:r>
              <a:rPr lang="el-GR" dirty="0"/>
              <a:t>Διαχείριση πελατών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C9A6F5C7-BB95-213A-0E81-6CBE11C36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034" y="1730424"/>
            <a:ext cx="6612035" cy="450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16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D8DE8-BE28-2501-C9DB-673C1BB13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3D04B20-F5F6-41FE-203D-8E9F5F6DD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/>
          <a:lstStyle/>
          <a:p>
            <a:r>
              <a:rPr lang="el-GR" dirty="0"/>
              <a:t>Διαχείριση πελατών</a:t>
            </a: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770D3983-4A2F-BDA6-1A4A-B9B06E7D0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88" y="1848245"/>
            <a:ext cx="6581866" cy="46131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491A2D-84C1-5827-7221-C964185AC0CE}"/>
              </a:ext>
            </a:extLst>
          </p:cNvPr>
          <p:cNvSpPr txBox="1"/>
          <p:nvPr/>
        </p:nvSpPr>
        <p:spPr>
          <a:xfrm>
            <a:off x="7921139" y="3094181"/>
            <a:ext cx="35744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Σε περίπτωση που ο πελάτης δεν υπάρχει, εμφανίζεται επιλογή για την καταχώρηση του στο  σύστημα</a:t>
            </a:r>
          </a:p>
        </p:txBody>
      </p:sp>
    </p:spTree>
    <p:extLst>
      <p:ext uri="{BB962C8B-B14F-4D97-AF65-F5344CB8AC3E}">
        <p14:creationId xmlns:p14="http://schemas.microsoft.com/office/powerpoint/2010/main" val="1610243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349AB-5723-BE32-D099-433C5A364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FF92FB3-1E1D-589C-5894-F9E5728C5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>
            <a:normAutofit fontScale="90000"/>
          </a:bodyPr>
          <a:lstStyle/>
          <a:p>
            <a:r>
              <a:rPr lang="el-GR" dirty="0"/>
              <a:t>Διαχείριση ραντεβού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38882242-BEB3-A4DA-39C0-273BF3408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567" y="1299812"/>
            <a:ext cx="7030865" cy="4934078"/>
          </a:xfrm>
          <a:prstGeom prst="rect">
            <a:avLst/>
          </a:prstGeom>
        </p:spPr>
      </p:pic>
      <p:sp>
        <p:nvSpPr>
          <p:cNvPr id="3" name="Οβάλ 2">
            <a:extLst>
              <a:ext uri="{FF2B5EF4-FFF2-40B4-BE49-F238E27FC236}">
                <a16:creationId xmlns:a16="http://schemas.microsoft.com/office/drawing/2014/main" id="{072E99EE-9ED0-D46F-CB68-543B1844A160}"/>
              </a:ext>
            </a:extLst>
          </p:cNvPr>
          <p:cNvSpPr/>
          <p:nvPr/>
        </p:nvSpPr>
        <p:spPr>
          <a:xfrm>
            <a:off x="2580567" y="5006109"/>
            <a:ext cx="1123215" cy="42487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2734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0F0D0-17C7-7DDF-AA63-0A8BBB3B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9FD94C1-C951-F688-E1EE-1CAEAF190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>
            <a:normAutofit fontScale="90000"/>
          </a:bodyPr>
          <a:lstStyle/>
          <a:p>
            <a:r>
              <a:rPr lang="el-GR" dirty="0"/>
              <a:t>Διαχείριση ραντεβού</a:t>
            </a:r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B2F51261-1A4A-C755-1605-02719AF5A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91" y="1536192"/>
            <a:ext cx="6446295" cy="44765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DA6840-5292-0DF9-7B9E-F42B3B664234}"/>
              </a:ext>
            </a:extLst>
          </p:cNvPr>
          <p:cNvSpPr txBox="1"/>
          <p:nvPr/>
        </p:nvSpPr>
        <p:spPr>
          <a:xfrm>
            <a:off x="8019288" y="2119666"/>
            <a:ext cx="3721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Interface </a:t>
            </a:r>
            <a:r>
              <a:rPr lang="el-GR" dirty="0"/>
              <a:t>δημιουργίας ραντεβού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l-G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Δυνατότητα αναζήτησης πελατών τόσο μέσω τηλεφώνου όσο και με το ονοματεπώνυμο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l-G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Επιλογή επιθυμητής υπηρεσίας </a:t>
            </a:r>
          </a:p>
        </p:txBody>
      </p:sp>
    </p:spTree>
    <p:extLst>
      <p:ext uri="{BB962C8B-B14F-4D97-AF65-F5344CB8AC3E}">
        <p14:creationId xmlns:p14="http://schemas.microsoft.com/office/powerpoint/2010/main" val="1698597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EDF8-20E1-6572-33B6-4371E6E7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33F3705-5CAB-A2D2-EE4D-93774ED8F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>
            <a:normAutofit fontScale="90000"/>
          </a:bodyPr>
          <a:lstStyle/>
          <a:p>
            <a:r>
              <a:rPr lang="el-GR" dirty="0"/>
              <a:t>Διαχείριση ραντεβού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BBE6C-8E42-3618-0534-0B25444CD3B5}"/>
              </a:ext>
            </a:extLst>
          </p:cNvPr>
          <p:cNvSpPr txBox="1"/>
          <p:nvPr/>
        </p:nvSpPr>
        <p:spPr>
          <a:xfrm>
            <a:off x="6784848" y="2314924"/>
            <a:ext cx="48737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Με βάση την εκάστοτε παρεχόμενη υπηρεσία ,τα ραντεβού καταλαμβάνουν τον αντίστοιχο χώρο στο χρονοδιάγραμμα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l-G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Δυνατότητα επιλογής επιθυμητής ώρας για ραντεβού με τον κέρσορα απευθείας από το χρονοδιάγραμμα, με ανακατεύθυνση στη σελίδα δημιουργίας ραντεβού</a:t>
            </a:r>
          </a:p>
        </p:txBody>
      </p:sp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56166D2C-079C-16A9-D036-3F9759807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82" y="2025289"/>
            <a:ext cx="5732230" cy="4016374"/>
          </a:xfrm>
          <a:prstGeom prst="rect">
            <a:avLst/>
          </a:prstGeom>
        </p:spPr>
      </p:pic>
      <p:sp>
        <p:nvSpPr>
          <p:cNvPr id="4" name="Βέλος: Δεξιό 3">
            <a:extLst>
              <a:ext uri="{FF2B5EF4-FFF2-40B4-BE49-F238E27FC236}">
                <a16:creationId xmlns:a16="http://schemas.microsoft.com/office/drawing/2014/main" id="{D6F0A433-4633-651F-09FC-9C3320B9F2DB}"/>
              </a:ext>
            </a:extLst>
          </p:cNvPr>
          <p:cNvSpPr/>
          <p:nvPr/>
        </p:nvSpPr>
        <p:spPr>
          <a:xfrm>
            <a:off x="3252464" y="3035778"/>
            <a:ext cx="356616" cy="2103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6" name="Βέλος: Δεξιό 5">
            <a:extLst>
              <a:ext uri="{FF2B5EF4-FFF2-40B4-BE49-F238E27FC236}">
                <a16:creationId xmlns:a16="http://schemas.microsoft.com/office/drawing/2014/main" id="{0E3335EF-7FF8-31BB-C5A5-EC55A77ED549}"/>
              </a:ext>
            </a:extLst>
          </p:cNvPr>
          <p:cNvSpPr/>
          <p:nvPr/>
        </p:nvSpPr>
        <p:spPr>
          <a:xfrm>
            <a:off x="3252464" y="5394960"/>
            <a:ext cx="438912" cy="2377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4" name="Εικόνα 13">
            <a:extLst>
              <a:ext uri="{FF2B5EF4-FFF2-40B4-BE49-F238E27FC236}">
                <a16:creationId xmlns:a16="http://schemas.microsoft.com/office/drawing/2014/main" id="{58460F13-681F-DB19-DF79-CB2A61525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324" y="4690859"/>
            <a:ext cx="463336" cy="292633"/>
          </a:xfrm>
          <a:prstGeom prst="rect">
            <a:avLst/>
          </a:prstGeom>
        </p:spPr>
      </p:pic>
      <p:cxnSp>
        <p:nvCxnSpPr>
          <p:cNvPr id="16" name="Ευθύγραμμο βέλος σύνδεσης 15">
            <a:extLst>
              <a:ext uri="{FF2B5EF4-FFF2-40B4-BE49-F238E27FC236}">
                <a16:creationId xmlns:a16="http://schemas.microsoft.com/office/drawing/2014/main" id="{9BA78B70-87B8-9A3C-517B-7F71A931612D}"/>
              </a:ext>
            </a:extLst>
          </p:cNvPr>
          <p:cNvCxnSpPr>
            <a:cxnSpLocks/>
          </p:cNvCxnSpPr>
          <p:nvPr/>
        </p:nvCxnSpPr>
        <p:spPr>
          <a:xfrm flipV="1">
            <a:off x="4892988" y="3159252"/>
            <a:ext cx="0" cy="7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786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37457-34BE-2236-81A0-79C758867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BA51747-4AA2-AB9E-1EEB-8C81DA87F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>
            <a:normAutofit fontScale="90000"/>
          </a:bodyPr>
          <a:lstStyle/>
          <a:p>
            <a:r>
              <a:rPr lang="el-GR" dirty="0"/>
              <a:t>Διαχείριση ραντεβού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C4E81934-C40B-C847-6A30-D2B3065BC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567" y="1299812"/>
            <a:ext cx="7030865" cy="4934078"/>
          </a:xfrm>
          <a:prstGeom prst="rect">
            <a:avLst/>
          </a:prstGeom>
        </p:spPr>
      </p:pic>
      <p:sp>
        <p:nvSpPr>
          <p:cNvPr id="3" name="Οβάλ 2">
            <a:extLst>
              <a:ext uri="{FF2B5EF4-FFF2-40B4-BE49-F238E27FC236}">
                <a16:creationId xmlns:a16="http://schemas.microsoft.com/office/drawing/2014/main" id="{F82FB961-8039-2C3E-8A50-CFEAA2D331FF}"/>
              </a:ext>
            </a:extLst>
          </p:cNvPr>
          <p:cNvSpPr/>
          <p:nvPr/>
        </p:nvSpPr>
        <p:spPr>
          <a:xfrm>
            <a:off x="2580567" y="5673621"/>
            <a:ext cx="1123215" cy="42487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25289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09D2E39-F570-D2C0-535D-57500E1E1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5218" y="642398"/>
            <a:ext cx="5069747" cy="866362"/>
          </a:xfrm>
        </p:spPr>
        <p:txBody>
          <a:bodyPr/>
          <a:lstStyle/>
          <a:p>
            <a:r>
              <a:rPr lang="el-GR" dirty="0"/>
              <a:t>Διαχείριση ραντεβού</a:t>
            </a: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B38CCDAC-8130-6F36-E7CF-4267C1386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17" y="2161032"/>
            <a:ext cx="5392375" cy="377825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66D4E9-07EF-7D20-CD5B-43204C3167B4}"/>
              </a:ext>
            </a:extLst>
          </p:cNvPr>
          <p:cNvSpPr txBox="1"/>
          <p:nvPr/>
        </p:nvSpPr>
        <p:spPr>
          <a:xfrm>
            <a:off x="6903720" y="2386584"/>
            <a:ext cx="48188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Επιλογή επιθυμητής ημερομηνίας αναζήτησης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l-G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Εμφάνιση ραντεβού της ζητούμενης ημερομηνίας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l-G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Δυνατότητα αποστολής </a:t>
            </a:r>
            <a:r>
              <a:rPr lang="en-US" dirty="0"/>
              <a:t>email</a:t>
            </a:r>
            <a:r>
              <a:rPr lang="el-GR" dirty="0"/>
              <a:t> υπενθύμισης ραντεβού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l-G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Δυνατότητα εκτύπωσης </a:t>
            </a:r>
            <a:r>
              <a:rPr lang="en-US" dirty="0"/>
              <a:t>Excel</a:t>
            </a:r>
            <a:r>
              <a:rPr lang="el-GR" dirty="0"/>
              <a:t> με όλα τα ραντεβού της ζητούμενης ημέρας</a:t>
            </a:r>
          </a:p>
        </p:txBody>
      </p:sp>
    </p:spTree>
    <p:extLst>
      <p:ext uri="{BB962C8B-B14F-4D97-AF65-F5344CB8AC3E}">
        <p14:creationId xmlns:p14="http://schemas.microsoft.com/office/powerpoint/2010/main" val="4172716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AFB94-E307-DA4C-C24E-3C0D9E5D4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6A54FED-0995-5739-488B-504CD8CA7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>
            <a:normAutofit fontScale="90000"/>
          </a:bodyPr>
          <a:lstStyle/>
          <a:p>
            <a:r>
              <a:rPr lang="el-GR" dirty="0"/>
              <a:t>Διαχείριση ραντεβού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7B513904-01E2-7B15-8F45-7CE578A47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14" y="1828800"/>
            <a:ext cx="6436649" cy="45099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F8F964-5298-518D-BDAD-1BA96A1E5B0E}"/>
              </a:ext>
            </a:extLst>
          </p:cNvPr>
          <p:cNvSpPr txBox="1"/>
          <p:nvPr/>
        </p:nvSpPr>
        <p:spPr>
          <a:xfrm>
            <a:off x="7708392" y="3209973"/>
            <a:ext cx="38886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Αποστολή </a:t>
            </a:r>
            <a:r>
              <a:rPr lang="en-US" dirty="0"/>
              <a:t>email </a:t>
            </a:r>
            <a:r>
              <a:rPr lang="el-GR" dirty="0"/>
              <a:t> υπενθύμισης σε όλα τα ραντεβού της επιλεγμένης ημέρας</a:t>
            </a:r>
          </a:p>
        </p:txBody>
      </p:sp>
    </p:spTree>
    <p:extLst>
      <p:ext uri="{BB962C8B-B14F-4D97-AF65-F5344CB8AC3E}">
        <p14:creationId xmlns:p14="http://schemas.microsoft.com/office/powerpoint/2010/main" val="591925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E5036-8EB4-C0A6-E50A-8FEDEA4A5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B020BD8-A772-DD89-16F8-0D7D04A5E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>
            <a:normAutofit fontScale="90000"/>
          </a:bodyPr>
          <a:lstStyle/>
          <a:p>
            <a:r>
              <a:rPr lang="el-GR" dirty="0"/>
              <a:t>Διαχείριση ραντεβού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A76C0-269B-A3E8-4E43-10F5EC93479F}"/>
              </a:ext>
            </a:extLst>
          </p:cNvPr>
          <p:cNvSpPr txBox="1"/>
          <p:nvPr/>
        </p:nvSpPr>
        <p:spPr>
          <a:xfrm>
            <a:off x="7708392" y="3209973"/>
            <a:ext cx="38886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Δημιουργία του </a:t>
            </a:r>
            <a:r>
              <a:rPr lang="en-US" dirty="0"/>
              <a:t>Excel  </a:t>
            </a:r>
            <a:r>
              <a:rPr lang="el-GR" dirty="0"/>
              <a:t>με τα ραντεβού της επιλεγμένης ημέρας προς εκτύπωσης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672E32BF-6E9D-03E5-8FE1-F5EBE01BD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31" y="1883664"/>
            <a:ext cx="6126416" cy="42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84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ED26-4B82-9A9F-6B5B-66D33BBE5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A7FECE3-430D-4F9C-6BF8-B821BB187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39" y="624110"/>
            <a:ext cx="4565522" cy="804096"/>
          </a:xfrm>
        </p:spPr>
        <p:txBody>
          <a:bodyPr>
            <a:normAutofit fontScale="90000"/>
          </a:bodyPr>
          <a:lstStyle/>
          <a:p>
            <a:r>
              <a:rPr lang="el-GR" dirty="0"/>
              <a:t>Διαχείριση ραντεβού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90C8B9E6-FA31-3291-B13E-BE971FF35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779" y="1645542"/>
            <a:ext cx="6538213" cy="4588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222504-4E1C-EC09-F122-08B105EAC3F4}"/>
              </a:ext>
            </a:extLst>
          </p:cNvPr>
          <p:cNvSpPr txBox="1"/>
          <p:nvPr/>
        </p:nvSpPr>
        <p:spPr>
          <a:xfrm>
            <a:off x="804672" y="2057400"/>
            <a:ext cx="36484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Μέσω του </a:t>
            </a:r>
            <a:r>
              <a:rPr lang="en-US" dirty="0"/>
              <a:t>calendar</a:t>
            </a:r>
            <a:r>
              <a:rPr lang="el-GR" dirty="0"/>
              <a:t> διαλέγουμε την επιθυμητή ημερομηνία και παράλληλα με αυτή εμφανίζονται και οι δυο επόμενες μέρες στο χρονοδιάγραμμα</a:t>
            </a:r>
          </a:p>
        </p:txBody>
      </p:sp>
    </p:spTree>
    <p:extLst>
      <p:ext uri="{BB962C8B-B14F-4D97-AF65-F5344CB8AC3E}">
        <p14:creationId xmlns:p14="http://schemas.microsoft.com/office/powerpoint/2010/main" val="1856034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440CDC4-62B1-9DFB-26E5-30A9C06B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3039779" cy="820642"/>
          </a:xfrm>
        </p:spPr>
        <p:txBody>
          <a:bodyPr/>
          <a:lstStyle/>
          <a:p>
            <a:r>
              <a:rPr lang="el-GR" dirty="0"/>
              <a:t>Παραδοχές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CD9552C-3ABA-E095-E29F-8C871C22E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5144" y="1728216"/>
            <a:ext cx="8935148" cy="4192150"/>
          </a:xfrm>
        </p:spPr>
        <p:txBody>
          <a:bodyPr/>
          <a:lstStyle/>
          <a:p>
            <a:r>
              <a:rPr lang="el-GR" dirty="0"/>
              <a:t>Για την ομαλή αλλά και αποδοτικότερη λειτουργία της εφαρμογής στο δοθέν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l-GR" dirty="0"/>
              <a:t>χρονοδιάγραμμα</a:t>
            </a:r>
            <a:r>
              <a:rPr lang="en-US" dirty="0"/>
              <a:t>:</a:t>
            </a:r>
            <a:endParaRPr lang="el-GR" dirty="0"/>
          </a:p>
          <a:p>
            <a:pPr>
              <a:buAutoNum type="arabicParenR"/>
            </a:pPr>
            <a:endParaRPr lang="el-GR"/>
          </a:p>
          <a:p>
            <a:pPr>
              <a:buAutoNum type="arabicParenR"/>
            </a:pPr>
            <a:r>
              <a:rPr lang="el-GR"/>
              <a:t>Το </a:t>
            </a:r>
            <a:r>
              <a:rPr lang="el-GR" dirty="0"/>
              <a:t>Κομμωτήριο είναι ανοιχτό κάθε μέρα από τις 10:00 έως τις 20:00 εκτός από Κυριακές και Δευτέρες.</a:t>
            </a:r>
          </a:p>
          <a:p>
            <a:pPr>
              <a:buAutoNum type="arabicParenR"/>
            </a:pPr>
            <a:endParaRPr lang="en-US" dirty="0"/>
          </a:p>
          <a:p>
            <a:pPr>
              <a:buAutoNum type="arabicParenR"/>
            </a:pPr>
            <a:r>
              <a:rPr lang="el-GR" dirty="0"/>
              <a:t>Ο αριθμός τηλεφώνου και το e-</a:t>
            </a:r>
            <a:r>
              <a:rPr lang="el-GR" dirty="0" err="1"/>
              <a:t>mail</a:t>
            </a:r>
            <a:r>
              <a:rPr lang="el-GR" dirty="0"/>
              <a:t> των πελατών είναι μοναδικά .</a:t>
            </a:r>
          </a:p>
          <a:p>
            <a:pPr>
              <a:buAutoNum type="arabicParenR"/>
            </a:pPr>
            <a:endParaRPr lang="en-US" dirty="0"/>
          </a:p>
          <a:p>
            <a:pPr>
              <a:buAutoNum type="arabicParenR"/>
            </a:pPr>
            <a:r>
              <a:rPr lang="el-GR" dirty="0"/>
              <a:t>Η διάρκεια του ραντεβού καθορίζεται από την υπηρεσία που επιλέγει ο χρήστης: Κούρεμα (40 λεπτά), Βάψιμο (60 λεπτά), Χτένισμα (20 λεπτά).</a:t>
            </a:r>
          </a:p>
        </p:txBody>
      </p:sp>
    </p:spTree>
    <p:extLst>
      <p:ext uri="{BB962C8B-B14F-4D97-AF65-F5344CB8AC3E}">
        <p14:creationId xmlns:p14="http://schemas.microsoft.com/office/powerpoint/2010/main" val="3727417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CB24AC1-E684-A5F7-F757-328E1430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Διάγραμμα Ροής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2A68E265-949A-879E-E57F-7BEADA828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176" y="1619107"/>
            <a:ext cx="10015728" cy="478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17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6A3DB93-A6BA-B1B6-7E64-49327BDA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Συνεργασία και κατανομή εργασιών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6105F3F-A4E6-C8B7-B4FF-C6665CB17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33180" y="2050022"/>
            <a:ext cx="2503996" cy="3853822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§"/>
            </a:pPr>
            <a:r>
              <a:rPr lang="el-GR" dirty="0"/>
              <a:t>ΤΡΙΜΗΣ ΣΠΥΡΙΔΩΝ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Gui.py	</a:t>
            </a:r>
            <a:endParaRPr lang="el-GR" dirty="0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98640064-46C8-FA9C-47B1-EE38AE4E4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1295" y="2050022"/>
            <a:ext cx="2872675" cy="3121020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§"/>
            </a:pPr>
            <a:r>
              <a:rPr lang="el-GR" dirty="0"/>
              <a:t>    ΠΑΠΑΔΟΠΟΥΛΟΣ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l-GR" dirty="0"/>
              <a:t>     ΘΕΟΔΩΡΟΣ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l-GR" dirty="0"/>
              <a:t>      </a:t>
            </a:r>
            <a:r>
              <a:rPr lang="en-US" dirty="0"/>
              <a:t>Database.py </a:t>
            </a:r>
            <a:r>
              <a:rPr lang="el-GR" dirty="0"/>
              <a:t>και          </a:t>
            </a:r>
          </a:p>
          <a:p>
            <a:pPr marL="0" indent="0">
              <a:buNone/>
            </a:pPr>
            <a:r>
              <a:rPr lang="el-GR" dirty="0"/>
              <a:t>          </a:t>
            </a:r>
            <a:r>
              <a:rPr lang="en-US" dirty="0"/>
              <a:t>models.py</a:t>
            </a:r>
            <a:endParaRPr 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43B963-7398-AE79-87FF-D2670E0A46C1}"/>
              </a:ext>
            </a:extLst>
          </p:cNvPr>
          <p:cNvSpPr txBox="1"/>
          <p:nvPr/>
        </p:nvSpPr>
        <p:spPr>
          <a:xfrm>
            <a:off x="7734367" y="2050022"/>
            <a:ext cx="28726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ΠΑΠΑΚΩΝΣΤΑΝΤΙΝΟΥ </a:t>
            </a:r>
          </a:p>
          <a:p>
            <a:r>
              <a:rPr lang="el-GR" dirty="0"/>
              <a:t>    ΣΟΦΟΚΛΗΣ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l-GR" dirty="0"/>
              <a:t>	</a:t>
            </a:r>
            <a:r>
              <a:rPr lang="en-US" dirty="0"/>
              <a:t>Main.py, </a:t>
            </a:r>
            <a:r>
              <a:rPr lang="el-GR" dirty="0"/>
              <a:t>        	 	</a:t>
            </a:r>
            <a:r>
              <a:rPr lang="en-US" dirty="0"/>
              <a:t>email_utils.py </a:t>
            </a:r>
          </a:p>
          <a:p>
            <a:r>
              <a:rPr lang="el-GR" dirty="0"/>
              <a:t>	</a:t>
            </a:r>
            <a:r>
              <a:rPr lang="en-US" dirty="0"/>
              <a:t>Export_excel.py</a:t>
            </a:r>
            <a:r>
              <a:rPr lang="el-G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2291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DE931A3-B933-B9F3-C16C-E101866B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Τρόποι επικοινωνίας</a:t>
            </a: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C442E9E8-498C-2082-D688-2D816C6F9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77" y="1905001"/>
            <a:ext cx="2198531" cy="2198531"/>
          </a:xfrm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id="{FB3B099C-5096-702D-8D4E-77A1264FC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181" y="1905000"/>
            <a:ext cx="2198531" cy="2198532"/>
          </a:xfrm>
          <a:prstGeom prst="rect">
            <a:avLst/>
          </a:prstGeom>
        </p:spPr>
      </p:pic>
      <p:pic>
        <p:nvPicPr>
          <p:cNvPr id="9" name="Εικόνα 8">
            <a:extLst>
              <a:ext uri="{FF2B5EF4-FFF2-40B4-BE49-F238E27FC236}">
                <a16:creationId xmlns:a16="http://schemas.microsoft.com/office/drawing/2014/main" id="{21CECF40-2231-2B3D-E63B-2272733F4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501" y="1905000"/>
            <a:ext cx="2154937" cy="21985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875D86-53A2-A4FF-A08C-49C5B9A73444}"/>
              </a:ext>
            </a:extLst>
          </p:cNvPr>
          <p:cNvSpPr txBox="1"/>
          <p:nvPr/>
        </p:nvSpPr>
        <p:spPr>
          <a:xfrm>
            <a:off x="1835542" y="4507992"/>
            <a:ext cx="1514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Viber</a:t>
            </a:r>
            <a:endParaRPr lang="el-GR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969CE-C97A-0DBC-FCEA-8672DC538A25}"/>
              </a:ext>
            </a:extLst>
          </p:cNvPr>
          <p:cNvSpPr txBox="1"/>
          <p:nvPr/>
        </p:nvSpPr>
        <p:spPr>
          <a:xfrm>
            <a:off x="4782912" y="4507992"/>
            <a:ext cx="1915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GitHub</a:t>
            </a:r>
            <a:endParaRPr lang="el-GR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697BE9-6D7B-BD08-F321-64CC2EE31091}"/>
              </a:ext>
            </a:extLst>
          </p:cNvPr>
          <p:cNvSpPr txBox="1"/>
          <p:nvPr/>
        </p:nvSpPr>
        <p:spPr>
          <a:xfrm>
            <a:off x="8236617" y="4507991"/>
            <a:ext cx="2119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Discord</a:t>
            </a:r>
            <a:endParaRPr lang="el-GR" sz="3600" dirty="0"/>
          </a:p>
        </p:txBody>
      </p:sp>
    </p:spTree>
    <p:extLst>
      <p:ext uri="{BB962C8B-B14F-4D97-AF65-F5344CB8AC3E}">
        <p14:creationId xmlns:p14="http://schemas.microsoft.com/office/powerpoint/2010/main" val="2708629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E9684F4-7FC5-887D-ED5C-95FFE877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Εν κατακλείδι…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E5C0189-4ED7-04F3-67B3-38C345CDB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Το "Σύστημα Διαχείρισης Ραντεβού Κομμωτηρίου" καλύπτει όλες τις απαιτήσεις μιας επιχείρησης.</a:t>
            </a:r>
          </a:p>
          <a:p>
            <a:endParaRPr lang="el-GR" dirty="0"/>
          </a:p>
          <a:p>
            <a:r>
              <a:rPr lang="el-GR" dirty="0"/>
              <a:t>Παρέχει μια ολοκληρωμένη λύση για τη διαχείριση ραντεβού.</a:t>
            </a:r>
          </a:p>
          <a:p>
            <a:endParaRPr lang="el-GR" dirty="0"/>
          </a:p>
          <a:p>
            <a:r>
              <a:rPr lang="el-GR" dirty="0"/>
              <a:t>Είναι εύχρηστο, γρήγορο και αποτελεσματικό.</a:t>
            </a:r>
          </a:p>
          <a:p>
            <a:pPr marL="0" indent="0">
              <a:buNone/>
            </a:pPr>
            <a:br>
              <a:rPr lang="el-GR" dirty="0"/>
            </a:br>
            <a:endParaRPr lang="el-GR" dirty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257514572"/>
      </p:ext>
    </p:extLst>
  </p:cSld>
  <p:clrMapOvr>
    <a:masterClrMapping/>
  </p:clrMapOvr>
</p:sld>
</file>

<file path=ppt/theme/theme1.xml><?xml version="1.0" encoding="utf-8"?>
<a:theme xmlns:a="http://schemas.openxmlformats.org/drawingml/2006/main" name="Θρόισμα">
  <a:themeElements>
    <a:clrScheme name="Θρόισμα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Θρόισμα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Θρόισμα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376</TotalTime>
  <Words>517</Words>
  <Application>Microsoft Office PowerPoint</Application>
  <PresentationFormat>Ευρεία οθόνη</PresentationFormat>
  <Paragraphs>111</Paragraphs>
  <Slides>31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31</vt:i4>
      </vt:variant>
    </vt:vector>
  </HeadingPairs>
  <TitlesOfParts>
    <vt:vector size="36" baseType="lpstr">
      <vt:lpstr>Arial</vt:lpstr>
      <vt:lpstr>Century Gothic</vt:lpstr>
      <vt:lpstr>Wingdings</vt:lpstr>
      <vt:lpstr>Wingdings 3</vt:lpstr>
      <vt:lpstr>Θρόισμα</vt:lpstr>
      <vt:lpstr>ΣΥΣΤΗΜΑ ΔΙΑΧΕΙΡΙΣΗΣ ΡΑΝΤΕΒΟΥ ΚΟΜΜΩΤΗΡΙΟΥ</vt:lpstr>
      <vt:lpstr>ΤΜΗΜΑ ΗΛΕ-50 ΘΕΜΑΤΙΚΗ ΕΝΟΤΗΤΑ ΤΗΣ ΠΛΗΠΡΟ ΤΗΣ ΠΛΗΡΟΦΟΡΙΚΗΣ</vt:lpstr>
      <vt:lpstr>ΕΙΣΑΓΩΓΗ</vt:lpstr>
      <vt:lpstr>Τεχνολογίες που χρησιμοποιήθηκαν</vt:lpstr>
      <vt:lpstr>Αρχική Οθόνη</vt:lpstr>
      <vt:lpstr>Διαχείριση πελατών</vt:lpstr>
      <vt:lpstr>Διαχείριση πελατών</vt:lpstr>
      <vt:lpstr>Διαχείριση πελατών</vt:lpstr>
      <vt:lpstr>Διαχείριση Πελατών</vt:lpstr>
      <vt:lpstr>Διαχείριση πελατών</vt:lpstr>
      <vt:lpstr>Διαχείριση πελατών</vt:lpstr>
      <vt:lpstr>Διαχείριση πελατών</vt:lpstr>
      <vt:lpstr>Διαχείριση πελατών</vt:lpstr>
      <vt:lpstr>Διαχείριση πελατών</vt:lpstr>
      <vt:lpstr>Διαχείριση πελατών</vt:lpstr>
      <vt:lpstr>Αρχική Οθόνη</vt:lpstr>
      <vt:lpstr>Διαχείριση πελατών</vt:lpstr>
      <vt:lpstr>Διαχείριση πελατών</vt:lpstr>
      <vt:lpstr>Διαχείριση ραντεβού</vt:lpstr>
      <vt:lpstr>Διαχείριση ραντεβού</vt:lpstr>
      <vt:lpstr>Διαχείριση ραντεβού</vt:lpstr>
      <vt:lpstr>Διαχείριση ραντεβού</vt:lpstr>
      <vt:lpstr>Διαχείριση ραντεβού</vt:lpstr>
      <vt:lpstr>Διαχείριση ραντεβού</vt:lpstr>
      <vt:lpstr>Διαχείριση ραντεβού</vt:lpstr>
      <vt:lpstr>Διαχείριση ραντεβού</vt:lpstr>
      <vt:lpstr>Παραδοχές</vt:lpstr>
      <vt:lpstr>Διάγραμμα Ροής</vt:lpstr>
      <vt:lpstr>Συνεργασία και κατανομή εργασιών</vt:lpstr>
      <vt:lpstr>Τρόποι επικοινωνίας</vt:lpstr>
      <vt:lpstr>Εν κατακλείδι…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Θοδωρής Παπαδόπουλος</dc:creator>
  <cp:lastModifiedBy>Θοδωρής Παπαδόπουλος</cp:lastModifiedBy>
  <cp:revision>12</cp:revision>
  <dcterms:created xsi:type="dcterms:W3CDTF">2025-06-08T19:36:07Z</dcterms:created>
  <dcterms:modified xsi:type="dcterms:W3CDTF">2025-06-09T19:41:40Z</dcterms:modified>
</cp:coreProperties>
</file>